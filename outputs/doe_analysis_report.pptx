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Full Model Analysis (820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0000"/>
                </a:solidFill>
              </a:defRPr>
            </a:pPr>
            <a:r>
              <a:t>Interface_Temp = β₀ + Σ(β_i × Factor_i) + 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7863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Where: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β₀ = Intercept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β_i = Parameter coefficients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Factor_i = Design factors (Transceiver, Fan Speed, Rack Unit)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ε = Random error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Full Model: 820 parameters | Model Type: Multiple Linear Regression | Response: Interface_Temp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-369 (-45%)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-0.0045 (-1.1%)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Adjusted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+0.0023 (+0.1%)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58.42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108.36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+49.94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N/A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217.728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5.81e-30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0.94663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7.60358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1.51e-294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49.5824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5.50916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3.15947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8.19e-04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Rack_Unit*Fan_Speed_Range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81.5171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2.03793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1.16874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0.215706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744.722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2.06867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0.0101534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Parameter Table (Sorted by P-value, Low to High)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3429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Std Error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Lower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Upper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Significance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Intercept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65.0873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0.0800917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812.66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64.9303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65.2443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Transceiver_Manufacturer*Rack_Unit[NON-JNPR,5]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65.1494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1.41431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46.0644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62.3769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67.9218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Transceiver_Manufacturer[Finisar]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-1.33263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0.117195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-11.3711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-1.56237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-1.1029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Transceiver_Manufacturer[Accelight]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-1.32759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0.133406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-9.95153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-1.5891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-1.06608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Transceiver_Manufacturer[NON-JNPR]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-2.83028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0.473603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-5.97606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-3.75868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-1.90188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-1.24505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0.26672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-4.66801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3.00e-06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-0.722203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Transceiver_Manufacturer[O-NET]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0.544998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-4.57471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5.00e-06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-3.56156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-1.42486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Transceiver_Manufacturer[Hisense]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-1.72336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0.406196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-4.24268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2.20e-05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-2.51962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-0.927099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-0.803411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0.237452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-3.38346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7.20e-04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-1.26889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-0.337936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-2.21613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0.665311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-3.33096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8.70e-04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-3.52033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-0.911928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0.766877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-3.25195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0.001151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-3.99714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-0.990544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Interaction Plot: Fan_Speed_Range × Rack_Unit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Interaction Plot: Fan_Speed_Range × Transceiver_Manufacturer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Interaction Plot: Rack_Unit × Transceiver_Manufacturer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