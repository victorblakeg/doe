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Full vs Reduced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Statistical Analysis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Model Metrics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600"/>
            </a:pPr>
            <a:r>
              <a:t>Model Comparison</a:t>
            </a:r>
            <a:br/>
            <a:br/>
            <a:r>
              <a:t>Full Model:</a:t>
            </a:r>
            <a:br/>
            <a:r>
              <a:t>  • 820 parameters</a:t>
            </a:r>
            <a:br/>
            <a:r>
              <a:t>  • R² = 0.3897</a:t>
            </a:r>
            <a:br/>
            <a:r>
              <a:t>  • MSE = 1.7437</a:t>
            </a:r>
            <a:br/>
            <a:r>
              <a:t>  • Degrees of freedom: 7382</a:t>
            </a:r>
            <a:br/>
            <a:br/>
            <a:r>
              <a:t>Reduced Model:</a:t>
            </a:r>
            <a:br/>
            <a:r>
              <a:t>  • 451 parameters (-45%)</a:t>
            </a:r>
            <a:br/>
            <a:r>
              <a:t>  • R² = 0.3852 (-1.14%)</a:t>
            </a:r>
            <a:br/>
            <a:r>
              <a:t>  • MSE = 1.7460 (+0.13%)</a:t>
            </a:r>
            <a:br/>
            <a:r>
              <a:t>  • Degrees of freedom: 7426 (+44)</a:t>
            </a:r>
            <a:br/>
            <a:br/>
            <a:r>
              <a:t>Verdict: Successful model reduction with maintained prediction accuracy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Full Model Analysis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Detailed analysis of the full 820-parameter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Full Model - Chart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Full Model - Chart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Full Model - Chart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Full Model - Chart 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Full Model - Chart 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Full Model - Chart 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Full Model - Chart 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Full Model - Chart 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Full Model - Chart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Full Model - Chart 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Reduced Model Analysis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Streamlined analysis of the 451-parameter reduced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Reduced Model - Chart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Reduced Model - Chart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Reduced Model - Chart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Reduced Model - Chart 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Reduced Model - Chart 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Reduced Model - Chart 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Reduced Model - Chart 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Reduced Model - Chart 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Reduced Model - Chart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Reduced Model - Chart 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