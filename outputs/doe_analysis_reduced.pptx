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Model Equation (Reduced):</a:t>
            </a:r>
            <a:br/>
            <a:br/>
            <a:r>
              <a:t>Interface_Temp = β₀ + Σ(β_i × Factor_i) + ε</a:t>
            </a:r>
            <a:br/>
            <a:br/>
            <a:r>
              <a:t>Where:</a:t>
            </a:r>
            <a:br/>
            <a:r>
              <a:t>• β₀ = Intercept</a:t>
            </a:r>
            <a:br/>
            <a:r>
              <a:t>• β_i = Parameter coefficients (non-significant terms removed)</a:t>
            </a:r>
            <a:br/>
            <a:r>
              <a:t>• Factor_i = Design factors (Transceiver, Fan Speed, Rack Unit)</a:t>
            </a:r>
            <a:br/>
            <a:r>
              <a:t>• ε = Random error term</a:t>
            </a:r>
            <a:br/>
            <a:br/>
            <a:r>
              <a:t>Reduced Model: 451 parameters (-45% from full model)</a:t>
            </a:r>
            <a:br/>
            <a:r>
              <a:t>Model Type: Multiple Linear Regression</a:t>
            </a:r>
            <a:br/>
            <a:r>
              <a:t>Response Variable: Interface_Temp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