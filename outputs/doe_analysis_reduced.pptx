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68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Reduced Model: 451 parameters (-45%)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