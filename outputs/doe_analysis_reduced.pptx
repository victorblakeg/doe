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DOE Reduced Model Analysis (451 Parameters)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C8C8C8"/>
                </a:solidFill>
              </a:defRPr>
            </a:pPr>
            <a:r>
              <a:t>Design of Experiments - Reduced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Model Fit Diagram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Model Equation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00000"/>
                </a:solidFill>
              </a:defRPr>
            </a:pPr>
            <a:r>
              <a:t>Interface_Temp = β₀ + Σ(β_i × Factor_i) + 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7863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Where: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• β₀ = Intercept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• β_i = Parameter coefficients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• Factor_i = Design factors (Transceiver, Fan Speed, Rack Unit)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• ε = Random error term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94960"/>
            <a:ext cx="7863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Reduced Model: 451 parameters (-45%) | Model Type: Multiple Linear Regression | Response: Interface_Temp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Model Comparison: Full vs Reduced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Full Model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Reduced Model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Change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RÂ²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0.389692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0.385237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-0.004455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Adjusted RÂ²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0.371752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0.370915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-0.000837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MSE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1.7437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1.74602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+0.00232225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Residual Std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1.32049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1.32137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+0.000879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Degrees of Freedom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7382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7426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+44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F-statistic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21.7214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26.8986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+5.177188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P-value (F)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820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-369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ANOVA Table (Type I - Sequential)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58782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Unnamed: 0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df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sum_sq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mean_sq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PR(&gt;F)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000"/>
                        <a:t>C(Transceiver_Manufacturer)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3416.87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379.652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217.439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000"/>
                        <a:t>C(Rack_Unit)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420.47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10.5118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6.02041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6.57e-30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000"/>
                        <a:t>C(Fan_Speed_Range)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1.65064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1.65064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0.945371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0.330932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000"/>
                        <a:t>C(Transceiver_Manufacturer):C(Rack_Unit)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4773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13.2583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7.59347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2.33e-294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000"/>
                        <a:t>C(Rack_Unit):C(Fan_Speed_Range)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40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82.5742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2.06435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1.18232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0.200146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r>
                        <a:rPr sz="1000"/>
                        <a:t>Residual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7426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12965.9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1.74602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nan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Lack of Fit Test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229599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7"/>
              </a:tblGrid>
              <a:tr h="10287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Unnamed: 0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df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sum_sq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mean_sq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PR(&gt;F)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000"/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Lack of Fit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44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96.1987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2.18633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1.25407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0.121251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Pure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7382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12869.7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1.7434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nan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000"/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Total Error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7426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12965.9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1.74602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nan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nan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Interaction Plot: Fan_Speed_Range × Rack_Unit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Interaction Plot: Rack_Unit × Transceiver_Manufacturer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4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5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6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7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8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10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11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12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13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14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15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16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17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18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19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20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21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22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23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24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25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26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27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28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29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30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31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32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33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34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35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36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37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38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39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40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41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42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43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44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45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46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47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48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49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50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Leverage Plot 51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1801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