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DOE Reduced Model Analysis (451 Parameters)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Design of Experiments - Reduced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Fit Diagram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Equation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00000"/>
                </a:solidFill>
              </a:defRPr>
            </a:pPr>
            <a:r>
              <a:t>Interface_Temp = β₀ + Σ(β_i × Factor_i) + 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7863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Where: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β₀ = Intercept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β_i = Parameter coefficients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Factor_i = Design factors (Transceiver, Fan Speed, Rack Unit)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ε = Random error 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6464"/>
                </a:solidFill>
              </a:defRPr>
            </a:pPr>
            <a:r>
              <a:t>Reduced Model: 451 parameters (-45%) | Model Type: Multiple Linear Regression | Response: Interface_Temp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Comparison: Full vs Reduced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Full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Reduced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RÂ²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0.389692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0.385237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-0.004455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Adjusted RÂ²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0.371752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0.370915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-0.000837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MSE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+0.00232225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Residual Std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1.32049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1.32137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+0.000879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Degrees of Freedom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F-statistic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21.7214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26.8986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+5.177188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P-value (F)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-369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ANOVA Table (Type I - Sequential)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5878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C(Transceiver_Manufacturer)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3416.87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379.652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217.439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C(Rack_Unit)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420.47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10.5118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6.02041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6.57e-30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C(Fan_Speed_Range)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0.945371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0.330932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C(Transceiver_Manufacturer):C(Rack_Unit)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13.2583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7.59347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2.33e-294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C(Rack_Unit):C(Fan_Speed_Range)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82.5742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2.06435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1.18232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0.200146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00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12965.9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Lack of Fit Test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59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10287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Lack of Fit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96.1987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2.18633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1.25407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0.121251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Pure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12869.7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Total Error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12965.9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Interaction Plot: Fan_Speed_Range × Rack_Unit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Interaction Plot: Rack_Unit × Transceiver_Manufacturer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